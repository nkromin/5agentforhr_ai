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HR Automation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Agentic AI for Enterprise HR Operations</a:t>
            </a:r>
          </a:p>
          <a:p>
            <a:pPr lvl="1"/>
            <a:r>
              <a:t>Tech Stack: LangGraph, Groq Cloud, FAISS, Streamlit</a:t>
            </a:r>
          </a:p>
          <a:p>
            <a:pPr lvl="1"/>
            <a:r>
              <a:t>Model: llama-3.1-8b-instant (Single Shared Instance)</a:t>
            </a:r>
          </a:p>
          <a:p>
            <a:pPr lvl="1"/>
            <a:r>
              <a:t>Embeddings: all-MiniLM-L6-v2</a:t>
            </a:r>
          </a:p>
          <a:p>
            <a:pPr lvl="1"/>
            <a:r>
              <a:t>Python 3.10+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HR Automation</a:t>
            </a:r>
          </a:p>
          <a:p>
            <a:pPr lvl="1"/>
            <a:r>
              <a:t>Automates repetitive HR queries and actions</a:t>
            </a:r>
          </a:p>
          <a:p>
            <a:pPr lvl="1"/>
            <a:r>
              <a:t>Ensures consistent policy interpretation</a:t>
            </a:r>
          </a:p>
          <a:p>
            <a:pPr lvl="1"/>
            <a:r>
              <a:t>Multi-agent design enables modular scalability</a:t>
            </a:r>
          </a:p>
          <a:p>
            <a:pPr lvl="1"/>
            <a:r>
              <a:t>Covers Leave, Remote Work, IT, Expense, Conduct policies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Orchestrator (Intent Classification)</a:t>
            </a:r>
          </a:p>
          <a:p>
            <a:pPr lvl="1"/>
            <a:r>
              <a:t>Routes to Policy Agent, Action Agent, or Fallback</a:t>
            </a:r>
          </a:p>
          <a:p>
            <a:pPr lvl="1"/>
            <a:r>
              <a:t>Finalize node consolidates response</a:t>
            </a:r>
          </a:p>
          <a:p>
            <a:pPr lvl="1"/>
            <a:r>
              <a:t>Deterministic control via LangGraph</a:t>
            </a:r>
          </a:p>
          <a:p>
            <a:pPr lvl="1"/>
            <a:r>
              <a:t>Single shared LLM across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Orchestrator: Classifies intent (POLICY_QUERY | ACTION_REQUEST | UNKNOWN)</a:t>
            </a:r>
          </a:p>
          <a:p>
            <a:pPr lvl="1"/>
            <a:r>
              <a:t>Policy Agent: RAG-based answering from documents</a:t>
            </a:r>
          </a:p>
          <a:p>
            <a:pPr lvl="1"/>
            <a:r>
              <a:t>Action Agent: Executes tools only when required</a:t>
            </a:r>
          </a:p>
          <a:p>
            <a:pPr lvl="1"/>
            <a:r>
              <a:t>Fallback: Safe response for unsupported queries</a:t>
            </a:r>
          </a:p>
          <a:p>
            <a:pPr lvl="1"/>
            <a:r>
              <a:t>Strict behavioral separation via prompts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Inter-Agent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State-based communication using AgentState</a:t>
            </a:r>
          </a:p>
          <a:p>
            <a:pPr lvl="1"/>
            <a:r>
              <a:t>Routing via next_agent field</a:t>
            </a:r>
          </a:p>
          <a:p>
            <a:pPr lvl="1"/>
            <a:r>
              <a:t>No direct agent-to-agent calls</a:t>
            </a:r>
          </a:p>
          <a:p>
            <a:pPr lvl="1"/>
            <a:r>
              <a:t>Each node updates immutable state</a:t>
            </a:r>
          </a:p>
          <a:p>
            <a:pPr lvl="1"/>
            <a:r>
              <a:t>Execution trace stored in debug_log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Orchestrator: No tools (classification only)</a:t>
            </a:r>
          </a:p>
          <a:p>
            <a:pPr lvl="1"/>
            <a:r>
              <a:t>Policy Agent: FAISS retriever (read-only)</a:t>
            </a:r>
          </a:p>
          <a:p>
            <a:pPr lvl="1"/>
            <a:r>
              <a:t>Action Agent: create_hr_ticket, check_leave_balance</a:t>
            </a:r>
          </a:p>
          <a:p>
            <a:pPr lvl="1"/>
            <a:r>
              <a:t>Fallback: No tools</a:t>
            </a:r>
          </a:p>
          <a:p>
            <a:pPr lvl="1"/>
            <a:r>
              <a:t>Tool isolation prevents unintended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 HR policy documents indexed</a:t>
            </a:r>
          </a:p>
          <a:p>
            <a:pPr lvl="1"/>
            <a:r>
              <a:t>Chunking: 800 size, 150 overlap</a:t>
            </a:r>
          </a:p>
          <a:p>
            <a:pPr lvl="1"/>
            <a:r>
              <a:t>Embeddings: all-MiniLM-L6-v2 (384-dim)</a:t>
            </a:r>
          </a:p>
          <a:p>
            <a:pPr lvl="1"/>
            <a:r>
              <a:t>FAISS local persistence</a:t>
            </a:r>
          </a:p>
          <a:p>
            <a:pPr lvl="1"/>
            <a:r>
              <a:t>Top-k=5 similarity retrieval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Workflow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StateGraph with defined nodes</a:t>
            </a:r>
          </a:p>
          <a:p>
            <a:pPr lvl="1"/>
            <a:r>
              <a:t>Conditional routing after orchestrator</a:t>
            </a:r>
          </a:p>
          <a:p>
            <a:pPr lvl="1"/>
            <a:r>
              <a:t>Policy/Action/Fallback → Finalize → END</a:t>
            </a:r>
          </a:p>
          <a:p>
            <a:pPr lvl="1"/>
            <a:r>
              <a:t>Temperature=0.0 for deterministic responses</a:t>
            </a:r>
          </a:p>
          <a:p>
            <a:pPr lvl="1"/>
            <a:r>
              <a:t>Single ChatGroq instance shared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UI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Chat interface with persistent history</a:t>
            </a:r>
          </a:p>
          <a:p>
            <a:pPr lvl="1"/>
            <a:r>
              <a:t>Sidebar shows intent and routing path</a:t>
            </a:r>
          </a:p>
          <a:p>
            <a:pPr lvl="1"/>
            <a:r>
              <a:t>Displays retrieved sources and tool calls</a:t>
            </a:r>
          </a:p>
          <a:p>
            <a:pPr lvl="1"/>
            <a:r>
              <a:t>Debug log for execution trace</a:t>
            </a:r>
          </a:p>
          <a:p>
            <a:pPr lvl="1"/>
            <a:r>
              <a:t>Clear conversation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 multi-agent architecture</a:t>
            </a:r>
          </a:p>
          <a:p>
            <a:pPr lvl="1"/>
            <a:r>
              <a:t>Controlled routing via LangGraph</a:t>
            </a:r>
          </a:p>
          <a:p>
            <a:pPr lvl="1"/>
            <a:r>
              <a:t>Reduced hallucination risk</a:t>
            </a:r>
          </a:p>
          <a:p>
            <a:pPr lvl="1"/>
            <a:r>
              <a:t>Cost-efficient single LLM usage</a:t>
            </a:r>
          </a:p>
          <a:p>
            <a:pPr lvl="1"/>
            <a:r>
              <a:t>Transparent debugging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misclassification in ambiguous queries</a:t>
            </a:r>
          </a:p>
          <a:p>
            <a:pPr lvl="1"/>
            <a:r>
              <a:t>Limited conversation memory window</a:t>
            </a:r>
          </a:p>
          <a:p>
            <a:pPr lvl="1"/>
            <a:r>
              <a:t>Dummy tool data (no live backend)</a:t>
            </a:r>
          </a:p>
          <a:p>
            <a:pPr lvl="1"/>
            <a:r>
              <a:t>English-only support</a:t>
            </a:r>
          </a:p>
          <a:p>
            <a:pPr lvl="1"/>
            <a:r>
              <a:t>Simplified compliance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intent classifier with confidence scoring</a:t>
            </a:r>
          </a:p>
          <a:p>
            <a:pPr lvl="1"/>
            <a:r>
              <a:t>Sliding window + summarization memory</a:t>
            </a:r>
          </a:p>
          <a:p>
            <a:pPr lvl="1"/>
            <a:r>
              <a:t>Human-in-the-loop escalation</a:t>
            </a:r>
          </a:p>
          <a:p>
            <a:pPr lvl="1"/>
            <a:r>
              <a:t>Integration with HRIS systems</a:t>
            </a:r>
          </a:p>
          <a:p>
            <a:pPr lvl="1"/>
            <a:r>
              <a:t>Hybrid search + reranking for better 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